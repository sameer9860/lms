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253" autoAdjust="0"/>
  </p:normalViewPr>
  <p:slideViewPr>
    <p:cSldViewPr snapToGrid="0" snapToObjects="1">
      <p:cViewPr varScale="1">
        <p:scale>
          <a:sx n="57" d="100"/>
          <a:sy n="57" d="100"/>
        </p:scale>
        <p:origin x="15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87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Maps are not just for location—they help us understand patterns and relationships in geography.</a:t>
            </a:r>
          </a:p>
          <a:p>
            <a:r>
              <a:t>GIS makes it easy to analyze real-world problems using layers of data.</a:t>
            </a:r>
          </a:p>
          <a:p>
            <a:r>
              <a:t>For example, we can use GIS maps to plan roads, protect forests, or prepare for floods.</a:t>
            </a:r>
          </a:p>
          <a:p>
            <a:r>
              <a:t>Map analysis helps turn raw data into useful information.</a:t>
            </a:r>
          </a:p>
          <a:p>
            <a:r>
              <a:t>We combine visual elements (like symbols and colors) with data layers in GIS.</a:t>
            </a:r>
          </a:p>
          <a:p>
            <a:r>
              <a:t>So, interpretation means using both our eyes and our brain to make decisions based on the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Different maps serve different purposes.</a:t>
            </a:r>
          </a:p>
          <a:p>
            <a:r>
              <a:t>Topographic maps show height and land shape using contour lines.</a:t>
            </a:r>
          </a:p>
          <a:p>
            <a:r>
              <a:t>Thematic maps focus on one topic, like rainfall or crop type.</a:t>
            </a:r>
          </a:p>
          <a:p>
            <a:r>
              <a:t>Choropleth maps use colors to show differences (e.g., population density).</a:t>
            </a:r>
          </a:p>
          <a:p>
            <a:r>
              <a:t>Heat maps show where something happens most (like disease outbreaks).</a:t>
            </a:r>
          </a:p>
          <a:p>
            <a:r>
              <a:t>Land use maps show forest, water, buildings, roads, etc.</a:t>
            </a:r>
          </a:p>
          <a:p>
            <a:r>
              <a:t>Time series maps let us see changes over years—for example, city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read a map correctly, you need to understand its parts.</a:t>
            </a:r>
          </a:p>
          <a:p>
            <a:r>
              <a:t>The legend explains what the colors and symbols mean.</a:t>
            </a:r>
          </a:p>
          <a:p>
            <a:r>
              <a:t>The scale tells you how far distances are in the real world.</a:t>
            </a:r>
          </a:p>
          <a:p>
            <a:r>
              <a:t>The north arrow shows which way is up on the map.</a:t>
            </a:r>
          </a:p>
          <a:p>
            <a:r>
              <a:t>The coordinate system helps with accurate location plotting.</a:t>
            </a:r>
          </a:p>
          <a:p>
            <a:r>
              <a:t>Metadata tells you when and where the map data was collected.</a:t>
            </a:r>
          </a:p>
          <a:p>
            <a:r>
              <a:t>Symbology (colors, sizes, lines) should match the type of data being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GIS has many tools to help analyze maps.</a:t>
            </a:r>
          </a:p>
          <a:p>
            <a:r>
              <a:t>Attribute queries find things based on data (e.g., all hospitals with more than 100 beds).</a:t>
            </a:r>
          </a:p>
          <a:p>
            <a:r>
              <a:t>Spatial queries find things based on location (e.g., schools near rivers).</a:t>
            </a:r>
          </a:p>
          <a:p>
            <a:r>
              <a:t>Buffering draws zones around features to check what lies nearby.</a:t>
            </a:r>
          </a:p>
          <a:p>
            <a:r>
              <a:t>Overlay combines multiple layers to find connections (e.g., roads + land type).</a:t>
            </a:r>
          </a:p>
          <a:p>
            <a:r>
              <a:t>Raster analysis is great for elevation, temperature, and images.</a:t>
            </a:r>
          </a:p>
          <a:p>
            <a:r>
              <a:t>3D tools like Digital Elevation Models help us see hills, slopes, and sun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analysis, we look for patterns.</a:t>
            </a:r>
          </a:p>
          <a:p>
            <a:r>
              <a:t>If points are close together, it shows clustering (e.g., many stores in one area).</a:t>
            </a:r>
          </a:p>
          <a:p>
            <a:r>
              <a:t>If they are spread out, it shows dispersion.</a:t>
            </a:r>
          </a:p>
          <a:p>
            <a:r>
              <a:t>We can trace trends such as movement of traffic or animals.</a:t>
            </a:r>
          </a:p>
          <a:p>
            <a:r>
              <a:t>Change detection helps compare maps from different years to see what changed.</a:t>
            </a:r>
          </a:p>
          <a:p>
            <a:r>
              <a:t>Sometimes, we find unusual things (like one factory in a housing area)—these are anomalies.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Always check where the map data comes from—bad data = wrong results.</a:t>
            </a:r>
          </a:p>
          <a:p>
            <a:r>
              <a:t>Pick the right type of map and layers for your question.</a:t>
            </a:r>
          </a:p>
          <a:p>
            <a:r>
              <a:t>Use simple and clear symbols—too many colors confuse users.</a:t>
            </a:r>
          </a:p>
          <a:p>
            <a:r>
              <a:t>Keep the scale and projection the same across layers.</a:t>
            </a:r>
          </a:p>
          <a:p>
            <a:r>
              <a:t>Where possible, visit the field or use satellite images to double-check.</a:t>
            </a:r>
          </a:p>
          <a:p>
            <a:r>
              <a:t>Lastly, remember maps don’t give answers—they give clues. You must interpret with real-world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07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172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55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55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8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82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52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57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210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96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90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5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Analyzing and Interpreting the Map in GIS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Definition: Extracting meaning from spatial data layers.</a:t>
            </a:r>
          </a:p>
          <a:p>
            <a:r>
              <a:rPr dirty="0"/>
              <a:t> Goal: Identify spatial relationships, trends, and patterns.</a:t>
            </a:r>
          </a:p>
          <a:p>
            <a:r>
              <a:rPr dirty="0"/>
              <a:t> GIS Role: Combines geography and data for decisions.</a:t>
            </a:r>
          </a:p>
          <a:p>
            <a:r>
              <a:rPr dirty="0"/>
              <a:t> Uses: Urban planning, agriculture, disaster response.</a:t>
            </a:r>
          </a:p>
          <a:p>
            <a:r>
              <a:rPr dirty="0"/>
              <a:t> Visualization: Maps are visual tools + data.</a:t>
            </a:r>
          </a:p>
          <a:p>
            <a:r>
              <a:rPr dirty="0"/>
              <a:t>Insight: Interpretation = understanding + 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GIS Maps Used in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Topographic Maps – terrain &amp; elevation (contours).</a:t>
            </a:r>
          </a:p>
          <a:p>
            <a:r>
              <a:rPr dirty="0"/>
              <a:t> Thematic Maps – show specific topics (e.g., rainfall).</a:t>
            </a:r>
          </a:p>
          <a:p>
            <a:r>
              <a:rPr dirty="0"/>
              <a:t> Choropleth Maps – shaded by data value.</a:t>
            </a:r>
          </a:p>
          <a:p>
            <a:r>
              <a:rPr dirty="0"/>
              <a:t> Heat Maps – data density (e.g., disease spread).</a:t>
            </a:r>
          </a:p>
          <a:p>
            <a:r>
              <a:rPr dirty="0"/>
              <a:t> Land Use Maps – natural/man-made coverage.</a:t>
            </a:r>
          </a:p>
          <a:p>
            <a:r>
              <a:rPr dirty="0"/>
              <a:t> Time Series Maps – changes over time (e.g., urban growth).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Essential Map Components for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Legend/Key: Explains colors and symbols.</a:t>
            </a:r>
          </a:p>
          <a:p>
            <a:r>
              <a:rPr dirty="0"/>
              <a:t> Scale: Real distance representation.</a:t>
            </a:r>
          </a:p>
          <a:p>
            <a:r>
              <a:rPr dirty="0"/>
              <a:t> North Arrow: Orientation of the map.</a:t>
            </a:r>
          </a:p>
          <a:p>
            <a:r>
              <a:rPr dirty="0"/>
              <a:t> Coordinate System: Location accuracy.</a:t>
            </a:r>
          </a:p>
          <a:p>
            <a:r>
              <a:rPr dirty="0"/>
              <a:t> Metadata: Data source, date, quality.</a:t>
            </a:r>
          </a:p>
          <a:p>
            <a:r>
              <a:rPr dirty="0"/>
              <a:t> Symbology: Visual style of map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GIS Map Analysis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dirty="0"/>
              <a:t>Attribute Query: Filter by data values.</a:t>
            </a:r>
          </a:p>
          <a:p>
            <a:r>
              <a:rPr lang="en-US" dirty="0"/>
              <a:t> </a:t>
            </a:r>
            <a:r>
              <a:rPr dirty="0"/>
              <a:t>Spatial Query: Select by location.</a:t>
            </a:r>
          </a:p>
          <a:p>
            <a:r>
              <a:rPr dirty="0"/>
              <a:t> Buffering: Analyze nearby zones.</a:t>
            </a:r>
          </a:p>
          <a:p>
            <a:r>
              <a:rPr dirty="0"/>
              <a:t> Overlay: Combine multiple layers.</a:t>
            </a:r>
          </a:p>
          <a:p>
            <a:r>
              <a:rPr dirty="0"/>
              <a:t> Raster Analysis: Elevation, NDVI, imagery.</a:t>
            </a:r>
          </a:p>
          <a:p>
            <a:r>
              <a:rPr dirty="0"/>
              <a:t> 3D/DEM: Analyze slope and terrain.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Spatial Patterns and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Clustering: Grouped features (e.g., accident zones).</a:t>
            </a:r>
          </a:p>
          <a:p>
            <a:r>
              <a:rPr dirty="0"/>
              <a:t> Dispersion: Spread-out locations.</a:t>
            </a:r>
          </a:p>
          <a:p>
            <a:r>
              <a:rPr dirty="0"/>
              <a:t> Trends: Direction/movement (e.g., traffic).</a:t>
            </a:r>
          </a:p>
          <a:p>
            <a:r>
              <a:rPr dirty="0"/>
              <a:t>Change Detection: Compare over time.</a:t>
            </a:r>
          </a:p>
          <a:p>
            <a:r>
              <a:rPr dirty="0"/>
              <a:t> Terrain Impact: Elevation affects activities.</a:t>
            </a:r>
          </a:p>
          <a:p>
            <a:r>
              <a:rPr dirty="0"/>
              <a:t> Anomalies: Identify outliers and exceptions.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Check data quality and source.</a:t>
            </a:r>
          </a:p>
          <a:p>
            <a:r>
              <a:rPr dirty="0"/>
              <a:t> Choose the right map type and layers.</a:t>
            </a:r>
          </a:p>
          <a:p>
            <a:r>
              <a:rPr dirty="0"/>
              <a:t> Use clear, consistent symbols.</a:t>
            </a:r>
          </a:p>
          <a:p>
            <a:r>
              <a:rPr dirty="0"/>
              <a:t> Be careful with scale and projection.</a:t>
            </a:r>
          </a:p>
          <a:p>
            <a:r>
              <a:rPr dirty="0"/>
              <a:t> Validate with field or satellite data.</a:t>
            </a:r>
          </a:p>
          <a:p>
            <a:r>
              <a:rPr dirty="0"/>
              <a:t> Interpret maps with real-world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</TotalTime>
  <Words>904</Words>
  <Application>Microsoft Office PowerPoint</Application>
  <PresentationFormat>On-screen Show (4:3)</PresentationFormat>
  <Paragraphs>81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Analyzing and Interpreting the Map in GIS</vt:lpstr>
      <vt:lpstr>Types of GIS Maps Used in Analysis</vt:lpstr>
      <vt:lpstr>Essential Map Components for Interpretation</vt:lpstr>
      <vt:lpstr>GIS Map Analysis Techniques</vt:lpstr>
      <vt:lpstr>Interpreting Spatial Patterns and Relationships</vt:lpstr>
      <vt:lpstr>Best Practices &amp;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Samir Khatiwada</cp:lastModifiedBy>
  <cp:revision>2</cp:revision>
  <dcterms:created xsi:type="dcterms:W3CDTF">2013-01-27T09:14:16Z</dcterms:created>
  <dcterms:modified xsi:type="dcterms:W3CDTF">2025-07-03T14:22:24Z</dcterms:modified>
  <cp:category/>
</cp:coreProperties>
</file>